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en-H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10"/>
    <p:restoredTop sz="94725"/>
  </p:normalViewPr>
  <p:slideViewPr>
    <p:cSldViewPr snapToGrid="0">
      <p:cViewPr varScale="1">
        <p:scale>
          <a:sx n="107" d="100"/>
          <a:sy n="107" d="100"/>
        </p:scale>
        <p:origin x="400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BC5A2-A331-F23B-8A38-79C0769216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H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6C6B4C-8C51-2924-6695-E8A5BAEED8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111526-769F-DE61-4FC8-5817988AC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1071E-1877-7847-A17F-726A921FF884}" type="datetimeFigureOut">
              <a:rPr lang="en-HR" smtClean="0"/>
              <a:t>15.04.2026.</a:t>
            </a:fld>
            <a:endParaRPr lang="en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A7CE62-DB70-972C-E74E-9EB52E1D4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F68F26-DFE4-DCC7-661B-74749CD9A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E3A93-603F-A44B-8EE1-0A79FACC335C}" type="slidenum">
              <a:rPr lang="en-HR" smtClean="0"/>
              <a:t>‹#›</a:t>
            </a:fld>
            <a:endParaRPr lang="en-HR"/>
          </a:p>
        </p:txBody>
      </p:sp>
    </p:spTree>
    <p:extLst>
      <p:ext uri="{BB962C8B-B14F-4D97-AF65-F5344CB8AC3E}">
        <p14:creationId xmlns:p14="http://schemas.microsoft.com/office/powerpoint/2010/main" val="689019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62803-26C0-DB2C-04B2-8A9F4331D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9C2BBC-6AA8-ECEE-5B90-1EA2C291A0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8C508C-912C-7096-11BD-E11C725BB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1071E-1877-7847-A17F-726A921FF884}" type="datetimeFigureOut">
              <a:rPr lang="en-HR" smtClean="0"/>
              <a:t>15.04.2026.</a:t>
            </a:fld>
            <a:endParaRPr lang="en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4CFFC5-330C-1E3E-5E39-EA84C9270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EC708C-7226-4548-0BB1-B1240ED29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E3A93-603F-A44B-8EE1-0A79FACC335C}" type="slidenum">
              <a:rPr lang="en-HR" smtClean="0"/>
              <a:t>‹#›</a:t>
            </a:fld>
            <a:endParaRPr lang="en-HR"/>
          </a:p>
        </p:txBody>
      </p:sp>
    </p:spTree>
    <p:extLst>
      <p:ext uri="{BB962C8B-B14F-4D97-AF65-F5344CB8AC3E}">
        <p14:creationId xmlns:p14="http://schemas.microsoft.com/office/powerpoint/2010/main" val="9369783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01169-2747-280B-172B-CAB9986CC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E3A9D7-B9F2-23B0-2F25-0A3815FDA2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6536F8-12F8-3C87-0AA1-00C4C7554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1071E-1877-7847-A17F-726A921FF884}" type="datetimeFigureOut">
              <a:rPr lang="en-HR" smtClean="0"/>
              <a:t>15.04.2026.</a:t>
            </a:fld>
            <a:endParaRPr lang="en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DAA06E-86C3-5493-F15D-8E0AB3FBC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F14FC1-E2F6-F477-43AE-6F4935577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E3A93-603F-A44B-8EE1-0A79FACC335C}" type="slidenum">
              <a:rPr lang="en-HR" smtClean="0"/>
              <a:t>‹#›</a:t>
            </a:fld>
            <a:endParaRPr lang="en-HR"/>
          </a:p>
        </p:txBody>
      </p:sp>
    </p:spTree>
    <p:extLst>
      <p:ext uri="{BB962C8B-B14F-4D97-AF65-F5344CB8AC3E}">
        <p14:creationId xmlns:p14="http://schemas.microsoft.com/office/powerpoint/2010/main" val="2576110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4AF11-F2B4-C359-DAD9-0EA55F24A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AFAAB-09DC-38E5-84A5-463A4C031C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473E01-300E-BBC3-7586-4C5C2A3F19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50D745-AC54-C3C4-4CB3-1CA3ADBC6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1071E-1877-7847-A17F-726A921FF884}" type="datetimeFigureOut">
              <a:rPr lang="en-HR" smtClean="0"/>
              <a:t>15.04.2026.</a:t>
            </a:fld>
            <a:endParaRPr lang="en-H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A2A631-3412-D660-6587-6F57F8529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3ED32B-A53C-3C80-86B7-3B759D402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E3A93-603F-A44B-8EE1-0A79FACC335C}" type="slidenum">
              <a:rPr lang="en-HR" smtClean="0"/>
              <a:t>‹#›</a:t>
            </a:fld>
            <a:endParaRPr lang="en-HR"/>
          </a:p>
        </p:txBody>
      </p:sp>
    </p:spTree>
    <p:extLst>
      <p:ext uri="{BB962C8B-B14F-4D97-AF65-F5344CB8AC3E}">
        <p14:creationId xmlns:p14="http://schemas.microsoft.com/office/powerpoint/2010/main" val="545726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81EA0-A7F0-7C09-8911-8D8F28869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EE905-03FD-DDAB-70BC-379108EB2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9E72E6-434F-8277-E6CF-AD871B1446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9F3AB7-1EB2-1D66-2669-9C42C29A26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D59795-9430-6DDC-148D-22791D81EE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D08BC7-08F6-3333-4A8D-8A6DA24F2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1071E-1877-7847-A17F-726A921FF884}" type="datetimeFigureOut">
              <a:rPr lang="en-HR" smtClean="0"/>
              <a:t>15.04.2026.</a:t>
            </a:fld>
            <a:endParaRPr lang="en-H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8FB4AD-32CB-610E-22A5-0B2173F09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64E3D5-FFBA-3868-98F4-3962BDCD3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E3A93-603F-A44B-8EE1-0A79FACC335C}" type="slidenum">
              <a:rPr lang="en-HR" smtClean="0"/>
              <a:t>‹#›</a:t>
            </a:fld>
            <a:endParaRPr lang="en-HR"/>
          </a:p>
        </p:txBody>
      </p:sp>
    </p:spTree>
    <p:extLst>
      <p:ext uri="{BB962C8B-B14F-4D97-AF65-F5344CB8AC3E}">
        <p14:creationId xmlns:p14="http://schemas.microsoft.com/office/powerpoint/2010/main" val="1977431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58F2A-2AF8-7BE1-E4FC-4C30872B3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H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AD11BA-48FC-67A1-ED82-48F832E39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1071E-1877-7847-A17F-726A921FF884}" type="datetimeFigureOut">
              <a:rPr lang="en-HR" smtClean="0"/>
              <a:t>15.04.2026.</a:t>
            </a:fld>
            <a:endParaRPr lang="en-H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DD92A8-FB60-B440-8A1F-678612763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25BB68-7E7C-0019-3985-66F94EA90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E3A93-603F-A44B-8EE1-0A79FACC335C}" type="slidenum">
              <a:rPr lang="en-HR" smtClean="0"/>
              <a:t>‹#›</a:t>
            </a:fld>
            <a:endParaRPr lang="en-HR"/>
          </a:p>
        </p:txBody>
      </p:sp>
    </p:spTree>
    <p:extLst>
      <p:ext uri="{BB962C8B-B14F-4D97-AF65-F5344CB8AC3E}">
        <p14:creationId xmlns:p14="http://schemas.microsoft.com/office/powerpoint/2010/main" val="2386160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77EBB6-083B-C43F-207A-4D760C3DE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1071E-1877-7847-A17F-726A921FF884}" type="datetimeFigureOut">
              <a:rPr lang="en-HR" smtClean="0"/>
              <a:t>15.04.2026.</a:t>
            </a:fld>
            <a:endParaRPr lang="en-H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36B643-CECA-954D-DAC5-B69D57903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BDAD37-459F-E451-B8FB-05820727A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E3A93-603F-A44B-8EE1-0A79FACC335C}" type="slidenum">
              <a:rPr lang="en-HR" smtClean="0"/>
              <a:t>‹#›</a:t>
            </a:fld>
            <a:endParaRPr lang="en-HR"/>
          </a:p>
        </p:txBody>
      </p:sp>
    </p:spTree>
    <p:extLst>
      <p:ext uri="{BB962C8B-B14F-4D97-AF65-F5344CB8AC3E}">
        <p14:creationId xmlns:p14="http://schemas.microsoft.com/office/powerpoint/2010/main" val="1247552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F40C4-8185-281E-EF77-5869CEC04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1AE616-4569-EFAA-A428-C3AC01B135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895481-E98B-C2C2-3E11-1433165E92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7CDE33-B76B-04A8-E76C-DBF864C2E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1071E-1877-7847-A17F-726A921FF884}" type="datetimeFigureOut">
              <a:rPr lang="en-HR" smtClean="0"/>
              <a:t>15.04.2026.</a:t>
            </a:fld>
            <a:endParaRPr lang="en-H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B6A7BA-D878-5C9F-EC4F-7D4125497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99B055-5118-441A-FC69-AA1D7A918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E3A93-603F-A44B-8EE1-0A79FACC335C}" type="slidenum">
              <a:rPr lang="en-HR" smtClean="0"/>
              <a:t>‹#›</a:t>
            </a:fld>
            <a:endParaRPr lang="en-HR"/>
          </a:p>
        </p:txBody>
      </p:sp>
    </p:spTree>
    <p:extLst>
      <p:ext uri="{BB962C8B-B14F-4D97-AF65-F5344CB8AC3E}">
        <p14:creationId xmlns:p14="http://schemas.microsoft.com/office/powerpoint/2010/main" val="263651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6258D-1AAA-7AC6-B200-CF73379B2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H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D383B1-C2B2-C761-3075-1C54209DD4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H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2595D7-275E-5D11-5F4B-5C6BF80DD3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ED6EEC-452D-015B-08C4-0F59D3A8D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1071E-1877-7847-A17F-726A921FF884}" type="datetimeFigureOut">
              <a:rPr lang="en-HR" smtClean="0"/>
              <a:t>15.04.2026.</a:t>
            </a:fld>
            <a:endParaRPr lang="en-H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99694E-5E76-A921-0A64-8A909192A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3D6A50-7F9B-978B-5B39-320DF92A7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E3A93-603F-A44B-8EE1-0A79FACC335C}" type="slidenum">
              <a:rPr lang="en-HR" smtClean="0"/>
              <a:t>‹#›</a:t>
            </a:fld>
            <a:endParaRPr lang="en-HR"/>
          </a:p>
        </p:txBody>
      </p:sp>
    </p:spTree>
    <p:extLst>
      <p:ext uri="{BB962C8B-B14F-4D97-AF65-F5344CB8AC3E}">
        <p14:creationId xmlns:p14="http://schemas.microsoft.com/office/powerpoint/2010/main" val="1880284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14EB0-639C-3F83-A245-C67496A51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H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9050B4-2521-296E-69A7-0B9AF01EA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58D0B4-DA8B-8235-AEAB-5DF430CB5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1071E-1877-7847-A17F-726A921FF884}" type="datetimeFigureOut">
              <a:rPr lang="en-HR" smtClean="0"/>
              <a:t>15.04.2026.</a:t>
            </a:fld>
            <a:endParaRPr lang="en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13FAA2-1A18-3119-758D-9B2A988EC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15B949-C46D-FF52-DFE5-232A35D41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E3A93-603F-A44B-8EE1-0A79FACC335C}" type="slidenum">
              <a:rPr lang="en-HR" smtClean="0"/>
              <a:t>‹#›</a:t>
            </a:fld>
            <a:endParaRPr lang="en-HR"/>
          </a:p>
        </p:txBody>
      </p:sp>
    </p:spTree>
    <p:extLst>
      <p:ext uri="{BB962C8B-B14F-4D97-AF65-F5344CB8AC3E}">
        <p14:creationId xmlns:p14="http://schemas.microsoft.com/office/powerpoint/2010/main" val="4125450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D043A6-2361-4012-8244-8E5E3AD2EE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H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885471-1ECB-6BFC-E36C-B9585A2DA8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80D90E-A12A-7E73-DF00-EA31C40DE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1071E-1877-7847-A17F-726A921FF884}" type="datetimeFigureOut">
              <a:rPr lang="en-HR" smtClean="0"/>
              <a:t>15.04.2026.</a:t>
            </a:fld>
            <a:endParaRPr lang="en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CE6CDF-E966-57A4-1485-69D000195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40C795-DD8B-E48E-8C3A-14B826C04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E3A93-603F-A44B-8EE1-0A79FACC335C}" type="slidenum">
              <a:rPr lang="en-HR" smtClean="0"/>
              <a:t>‹#›</a:t>
            </a:fld>
            <a:endParaRPr lang="en-HR"/>
          </a:p>
        </p:txBody>
      </p:sp>
    </p:spTree>
    <p:extLst>
      <p:ext uri="{BB962C8B-B14F-4D97-AF65-F5344CB8AC3E}">
        <p14:creationId xmlns:p14="http://schemas.microsoft.com/office/powerpoint/2010/main" val="1042705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2288E3-1FD4-597A-257C-F29024098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A48595-7A27-A45B-DA40-CB0F7486F4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47F1EA-5794-F0A1-25EA-6FC8FD8E54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B1071E-1877-7847-A17F-726A921FF884}" type="datetimeFigureOut">
              <a:rPr lang="en-HR" smtClean="0"/>
              <a:t>15.04.2026.</a:t>
            </a:fld>
            <a:endParaRPr lang="en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DA2707-3638-2396-235D-8AA8AD9B9D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8F8E6-71F0-7D7E-F36D-779A511AC1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DE3A93-603F-A44B-8EE1-0A79FACC335C}" type="slidenum">
              <a:rPr lang="en-HR" smtClean="0"/>
              <a:t>‹#›</a:t>
            </a:fld>
            <a:endParaRPr lang="en-HR"/>
          </a:p>
        </p:txBody>
      </p:sp>
    </p:spTree>
    <p:extLst>
      <p:ext uri="{BB962C8B-B14F-4D97-AF65-F5344CB8AC3E}">
        <p14:creationId xmlns:p14="http://schemas.microsoft.com/office/powerpoint/2010/main" val="1913169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H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D1BF8-86A8-442D-52EC-383AFDFDF2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HR"/>
              <a:t>Obtained results presentation</a:t>
            </a:r>
            <a:endParaRPr lang="en-HR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491A3CE-9293-FD63-2F35-89CA61B431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HR"/>
          </a:p>
        </p:txBody>
      </p:sp>
    </p:spTree>
    <p:extLst>
      <p:ext uri="{BB962C8B-B14F-4D97-AF65-F5344CB8AC3E}">
        <p14:creationId xmlns:p14="http://schemas.microsoft.com/office/powerpoint/2010/main" val="471627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E0272-D97D-1DFD-0216-F93A2E824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R" dirty="0"/>
              <a:t>Total number of players and clubs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6E7308-ACFF-F1F1-B221-E340B10DDC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Database consists of 133 players</a:t>
            </a:r>
          </a:p>
          <a:p>
            <a:pPr lvl="1"/>
            <a:r>
              <a:rPr lang="en-GB" dirty="0"/>
              <a:t>17 URLs were filtered out for various reasons:</a:t>
            </a:r>
          </a:p>
          <a:p>
            <a:pPr lvl="2"/>
            <a:r>
              <a:rPr lang="en-GB" dirty="0"/>
              <a:t>Different sports players</a:t>
            </a:r>
          </a:p>
          <a:p>
            <a:pPr lvl="2"/>
            <a:r>
              <a:rPr lang="en-GB" dirty="0"/>
              <a:t>Non-football pages</a:t>
            </a:r>
          </a:p>
          <a:p>
            <a:pPr lvl="2"/>
            <a:r>
              <a:rPr lang="en-GB" dirty="0"/>
              <a:t>Football, but non-player pages</a:t>
            </a:r>
          </a:p>
          <a:p>
            <a:pPr lvl="2"/>
            <a:r>
              <a:rPr lang="en-GB" dirty="0"/>
              <a:t>Disambiguation players</a:t>
            </a:r>
          </a:p>
          <a:p>
            <a:r>
              <a:rPr lang="en-GB" dirty="0"/>
              <a:t>Database consists of 96 distinct current clubs</a:t>
            </a:r>
          </a:p>
          <a:p>
            <a:pPr lvl="1"/>
            <a:r>
              <a:rPr lang="en-GB" dirty="0"/>
              <a:t>Some data was changed for various reasons:</a:t>
            </a:r>
          </a:p>
          <a:p>
            <a:pPr lvl="2"/>
            <a:r>
              <a:rPr lang="en-GB" dirty="0"/>
              <a:t>Club change (transfer or loan)</a:t>
            </a:r>
          </a:p>
          <a:p>
            <a:pPr lvl="2"/>
            <a:r>
              <a:rPr lang="en-GB" dirty="0"/>
              <a:t>Player retirement</a:t>
            </a:r>
            <a:endParaRPr lang="en-HR" dirty="0"/>
          </a:p>
        </p:txBody>
      </p:sp>
    </p:spTree>
    <p:extLst>
      <p:ext uri="{BB962C8B-B14F-4D97-AF65-F5344CB8AC3E}">
        <p14:creationId xmlns:p14="http://schemas.microsoft.com/office/powerpoint/2010/main" val="28061833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D75A3-B481-3943-C767-5C64A9287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1EE81-4769-FB60-7729-AE2363B67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R" dirty="0"/>
              <a:t>Updates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15A5BE-3E12-FA94-B5DD-86ACEAA0C2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DateTime</a:t>
            </a:r>
            <a:r>
              <a:rPr lang="en-GB" dirty="0"/>
              <a:t> of the last update</a:t>
            </a:r>
          </a:p>
          <a:p>
            <a:pPr lvl="1"/>
            <a:r>
              <a:rPr lang="en-GB" dirty="0"/>
              <a:t>select max(</a:t>
            </a:r>
            <a:r>
              <a:rPr lang="en-GB" dirty="0" err="1"/>
              <a:t>scraping_timestamp</a:t>
            </a:r>
            <a:r>
              <a:rPr lang="en-GB" dirty="0"/>
              <a:t>) from players;</a:t>
            </a:r>
          </a:p>
          <a:p>
            <a:pPr lvl="2"/>
            <a:r>
              <a:rPr lang="en-GB" dirty="0"/>
              <a:t>2026-04-14T21:04:56.164888+00:00</a:t>
            </a:r>
          </a:p>
          <a:p>
            <a:r>
              <a:rPr lang="en-GB" dirty="0"/>
              <a:t>133 players were updated</a:t>
            </a:r>
          </a:p>
          <a:p>
            <a:pPr lvl="1"/>
            <a:r>
              <a:rPr lang="en-GB" dirty="0"/>
              <a:t>2 raw files where </a:t>
            </a:r>
            <a:r>
              <a:rPr lang="en-GB" dirty="0" err="1"/>
              <a:t>unioned</a:t>
            </a:r>
            <a:r>
              <a:rPr lang="en-GB" dirty="0"/>
              <a:t> and filtered</a:t>
            </a:r>
          </a:p>
          <a:p>
            <a:pPr lvl="1"/>
            <a:r>
              <a:rPr lang="en-GB" dirty="0"/>
              <a:t>Every remaining player after invalid link cleanup was updated</a:t>
            </a:r>
            <a:endParaRPr lang="en-HR" dirty="0"/>
          </a:p>
        </p:txBody>
      </p:sp>
    </p:spTree>
    <p:extLst>
      <p:ext uri="{BB962C8B-B14F-4D97-AF65-F5344CB8AC3E}">
        <p14:creationId xmlns:p14="http://schemas.microsoft.com/office/powerpoint/2010/main" val="1290376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B6A1E-ACCE-BDAF-4641-8DCD06D2F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FF301-7D0E-360E-8D0D-9B931A6DD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R" dirty="0"/>
              <a:t>Query 2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24A596-8A24-49A8-DDF8-3722746C95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Query 2 -&gt; </a:t>
            </a:r>
            <a:r>
              <a:rPr lang="en-GB" dirty="0" err="1"/>
              <a:t>avg_age</a:t>
            </a:r>
            <a:r>
              <a:rPr lang="en-GB" dirty="0"/>
              <a:t>, </a:t>
            </a:r>
            <a:r>
              <a:rPr lang="en-GB" dirty="0" err="1"/>
              <a:t>avg_appearances</a:t>
            </a:r>
            <a:r>
              <a:rPr lang="en-GB" dirty="0"/>
              <a:t>, </a:t>
            </a:r>
            <a:r>
              <a:rPr lang="en-GB" dirty="0" err="1"/>
              <a:t>total_players</a:t>
            </a:r>
            <a:endParaRPr lang="en-GB" dirty="0"/>
          </a:p>
          <a:p>
            <a:pPr lvl="1"/>
            <a:r>
              <a:rPr lang="en-GB" dirty="0"/>
              <a:t>Results were ordered by number of players descending and alphabetically ascending</a:t>
            </a:r>
          </a:p>
          <a:p>
            <a:pPr marL="457200" lvl="1" indent="0">
              <a:buNone/>
            </a:pPr>
            <a:endParaRPr lang="en-GB" dirty="0"/>
          </a:p>
          <a:p>
            <a:pPr marL="914400" lvl="2" indent="0">
              <a:buNone/>
            </a:pPr>
            <a:endParaRPr lang="en-GB" dirty="0"/>
          </a:p>
          <a:p>
            <a:pPr lvl="1"/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E575D5-798A-6ADF-8195-3DC21B663D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3864" y="3227674"/>
            <a:ext cx="7104272" cy="263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263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92B68-07DE-DE95-4612-F893B9FE4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AFCC6-EE2D-7C05-0060-F456C7B73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R" dirty="0"/>
              <a:t>Query 3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FB67BD-B5A4-40DB-8987-20CD7548CE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Query 3 -&gt; count players who are younger, in the same position group and have more current club appearance</a:t>
            </a:r>
          </a:p>
          <a:p>
            <a:pPr lvl="1"/>
            <a:r>
              <a:rPr lang="en-GB" dirty="0"/>
              <a:t>Players were grouped in 4 types of positions </a:t>
            </a:r>
          </a:p>
          <a:p>
            <a:pPr lvl="2"/>
            <a:r>
              <a:rPr lang="en-GB" dirty="0"/>
              <a:t>Goalkeeper</a:t>
            </a:r>
          </a:p>
          <a:p>
            <a:pPr lvl="2"/>
            <a:r>
              <a:rPr lang="en-GB" dirty="0"/>
              <a:t>Defender (full-backs, wing-backs, central defenders)</a:t>
            </a:r>
          </a:p>
          <a:p>
            <a:pPr lvl="2"/>
            <a:r>
              <a:rPr lang="en-GB" dirty="0"/>
              <a:t>Midfielder </a:t>
            </a:r>
          </a:p>
          <a:p>
            <a:pPr lvl="2"/>
            <a:r>
              <a:rPr lang="en-GB" dirty="0"/>
              <a:t>Forward (wingers, second strikers, strikers, forwards)</a:t>
            </a:r>
          </a:p>
          <a:p>
            <a:pPr lvl="2"/>
            <a:endParaRPr lang="en-GB" dirty="0"/>
          </a:p>
          <a:p>
            <a:pPr lvl="1"/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AEA389-AE83-471C-ECDC-F75D28C633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10" y="4904510"/>
            <a:ext cx="11009780" cy="1134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4333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177</Words>
  <Application>Microsoft Macintosh PowerPoint</Application>
  <PresentationFormat>Widescreen</PresentationFormat>
  <Paragraphs>30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Obtained results presentation</vt:lpstr>
      <vt:lpstr>Total number of players and clubs</vt:lpstr>
      <vt:lpstr>Updates</vt:lpstr>
      <vt:lpstr>Query 2 results</vt:lpstr>
      <vt:lpstr>Query 3 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Mislav Rendulić</dc:creator>
  <cp:lastModifiedBy>Mislav Rendulić</cp:lastModifiedBy>
  <cp:revision>10</cp:revision>
  <dcterms:created xsi:type="dcterms:W3CDTF">2026-04-14T15:37:49Z</dcterms:created>
  <dcterms:modified xsi:type="dcterms:W3CDTF">2026-04-14T22:16:57Z</dcterms:modified>
</cp:coreProperties>
</file>